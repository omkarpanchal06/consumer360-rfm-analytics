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Consumer360 RFM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 &amp; Churn Risk Analysis</a:t>
            </a:r>
          </a:p>
          <a:p>
            <a:r>
              <a:t>Generated Automatically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Total Customers Analyzed: 5</a:t>
            </a:r>
          </a:p>
          <a:p>
            <a:pPr>
              <a:defRPr sz="2400"/>
            </a:pPr>
            <a:r>
              <a:t>Total Revenue Processed: $14,147.73</a:t>
            </a:r>
          </a:p>
          <a:p>
            <a:pPr>
              <a:defRPr sz="2400"/>
            </a:pPr>
            <a:r>
              <a:t>Average Predicted CLV (5-Year): $12,189.98</a:t>
            </a:r>
          </a:p>
          <a:p>
            <a:pPr>
              <a:defRPr sz="2400">
                <a:solidFill>
                  <a:srgbClr val="FF0000"/>
                </a:solidFill>
              </a:defRPr>
            </a:pPr>
            <a:r>
              <a:t>High Risk Customers Identified: 2 top customers at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List: Top Churn Risk Customers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43840">
                <a:tc>
                  <a:txBody>
                    <a:bodyPr/>
                    <a:lstStyle/>
                    <a:p>
                      <a:r>
                        <a:rPr b="1" sz="14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RFM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Total 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Predicted CLV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sz="1200"/>
                        <a:t>Mike Wilson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Hibernating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$2,999.97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$9,882.55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sz="1200"/>
                        <a:t>David Lee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Hibernating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$179.94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$444.35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